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1/10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2/10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3/10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4/10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5/10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6/10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7/10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8/10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9/10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来源: /Users/hrzt/code/vibe coding/codex/毕业设计/electric-ai-platform/ppt/index.html
页面: 10/10
说明: 本高还原版以整页截图方式封装，便于继续增删页、替换图像与叠加文本。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rzt/code/vibe coding/codex/毕业设计/electric-ai-platform/ppt/exports/pptx-slide-imag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基于AI生成电力图像及多维度质量评价</dc:title>
  <dc:subject>基于AI生成电力图像及多维度质量评价 毕业答辩</dc:subject>
  <dc:creator>OpenAI Codex</dc:creator>
  <cp:lastModifiedBy>OpenAI Codex</cp:lastModifiedBy>
  <cp:revision>1</cp:revision>
  <dcterms:created xsi:type="dcterms:W3CDTF">2026-05-15T09:35:09Z</dcterms:created>
  <dcterms:modified xsi:type="dcterms:W3CDTF">2026-05-15T09:35:09Z</dcterms:modified>
</cp:coreProperties>
</file>